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745D"/>
                </a:solidFill>
                <a:latin typeface="Open Sans"/>
              </a:rPr>
              <a:t>OLO · Overseas Logistics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51E1F"/>
                </a:solidFill>
                <a:latin typeface="Open Sans"/>
              </a:rPr>
              <a:t>Lost &amp;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Open Sans"/>
              </a:rPr>
              <a:t>Aplicación interna para gestionar objetos perdidos y encontrados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80560"/>
            <a:ext cx="4206240" cy="73152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Presentación funcional · Versión de desarrollo 0.3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Open Sans"/>
              </a:rPr>
              <a:t>¿Qué es Lost &amp; Found?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28016" cy="91440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1E1F"/>
                </a:solidFill>
                <a:latin typeface="Open Sans"/>
              </a:rPr>
              <a:t>Para los trabajadores de 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Open Sans"/>
              </a:rPr>
              <a:t>Una herramienta interna y sencilla para reportar y recuperar objetos dentro de las instalaciones.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90672"/>
            <a:ext cx="128016" cy="91440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1E1F"/>
                </a:solidFill>
                <a:latin typeface="Open Sans"/>
              </a:rPr>
              <a:t>Un muro común de objetos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Open Sans"/>
              </a:rPr>
              <a:t>Lo que alguien encuentra se publica con foto, descripción, ubicación y fecha, visible para todo el personal.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53712"/>
            <a:ext cx="128016" cy="91440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1E1F"/>
                </a:solidFill>
                <a:latin typeface="Open Sans"/>
              </a:rPr>
              <a:t>Devoluciones ordenadas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5604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Open Sans"/>
              </a:rPr>
              <a:t>Quien reconoce un objeto lo reclama; el proceso queda registrado hasta la entrega.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Acceso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Cada trabajador entra con su cuenta de OLO.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Solo el personal autorizado ve el muro de objetos.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Muro de objetos encontrados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Vista central con todo lo que se ha encontrado.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Búsqueda y filtros por categoría y ubicación.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758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Cada objeto muestra su estado (publicado, reclamado, devuelto).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m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Detalle del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Toda la información del objeto en una sola vista.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Desde aquí se puede reclamar o marcar como devuelto.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Publicar un hallazgo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Formulario corto: foto, descripción, ubicación y fecha.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Publicar un objeto toma menos de un minuto.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publi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Reportar objetos perdidos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El personal también reporta lo que ha perdido.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Facilita relacionar perdidos con encontrados.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er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Reclamaciones y devolución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Las solicitudes para recuperar un objeto se gestionan aquí.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Se aprueban o rechazan y el objeto se marca como devuelto.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reclam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Notificaciones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Avisos dentro de la app sobre reclamaciones y devoluciones.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El personal se entera sin salir de la herramienta.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notific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ns"/>
              </a:rPr>
              <a:t>Panel de administración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Resumen del sistema con indicadores clave.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09728" cy="109728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1E1F"/>
                </a:solidFill>
                <a:latin typeface="Open Sans"/>
              </a:rPr>
              <a:t>Gestión de usuarios y permisos para encargados.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223760" cy="4754880"/>
          </a:xfrm>
          <a:prstGeom prst="rect">
            <a:avLst/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193" y="1691640"/>
            <a:ext cx="680049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00A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Open Sans"/>
              </a:rPr>
              <a:t>Lost &amp;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A785"/>
                </a:solidFill>
                <a:latin typeface="Open Sans"/>
              </a:rPr>
              <a:t>Una herramienta hecha para 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0CBD3"/>
                </a:solidFill>
                <a:latin typeface="Open Sans"/>
              </a:rPr>
              <a:t>Base funcional lista · próximos pasos: pruebas, mejoras y puesta en marcha interna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